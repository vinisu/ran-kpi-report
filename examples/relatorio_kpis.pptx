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864"/>
                </a:solidFill>
              </a:defRPr>
            </a:pPr>
            <a:r>
              <a:t>Relatório de Performance RAN 4G/5G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Período: 01/10/2026 a 07/10/2026  ·  Dados fictícios para demonstração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864"/>
                </a:solidFill>
              </a:defRPr>
            </a:pPr>
            <a:r>
              <a:t>Tendência diária por tecnologia</a:t>
            </a:r>
          </a:p>
        </p:txBody>
      </p:sp>
      <p:pic>
        <p:nvPicPr>
          <p:cNvPr id="3" name="Picture 2" descr="dc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206240" cy="2243328"/>
          </a:xfrm>
          <a:prstGeom prst="rect">
            <a:avLst/>
          </a:prstGeom>
        </p:spPr>
      </p:pic>
      <p:pic>
        <p:nvPicPr>
          <p:cNvPr id="4" name="Picture 3" descr="ho_s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05840"/>
            <a:ext cx="4206240" cy="22433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864"/>
                </a:solidFill>
              </a:defRPr>
            </a:pPr>
            <a:r>
              <a:t>Tendência diária por tecnologia</a:t>
            </a:r>
          </a:p>
        </p:txBody>
      </p:sp>
      <p:pic>
        <p:nvPicPr>
          <p:cNvPr id="3" name="Picture 2" descr="dl_thp_mb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4206240" cy="22433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3864"/>
                </a:solidFill>
              </a:defRPr>
            </a:pPr>
            <a:r>
              <a:t>Top 10 worst cells (prioridade)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914400"/>
          <a:ext cx="85953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tilt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RJ0011_LTE_B28_A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DCR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630,664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RJ0015_LTE_B7_A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DCR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488,926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RJ0003_LTE_B28_C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DL User Thp (Mbps)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16,290,875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RJ0010_LTE_B28_A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DL User Thp (Mbps)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16,009,219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RJ0017_LTE_B7_A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HO SR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279,852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RJ0016_NR_n78_C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HO SR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122,774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